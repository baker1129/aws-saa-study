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2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3B0F02"/>
          </a:solidFill>
          <a:ln w="12700">
            <a:solidFill>
              <a:srgbClr val="3B0F0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45720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457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AWS SAA 学習資料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EC2 とは何か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DE68A"/>
                </a:solidFill>
              </a:rPr>
              <a:t>Amazon Elastic Compute Cloud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371600" y="2743200"/>
            <a:ext cx="6400800" cy="1051560"/>
          </a:xfrm>
          <a:prstGeom prst="rect">
            <a:avLst/>
          </a:prstGeom>
          <a:solidFill>
            <a:srgbClr val="C2410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74320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AWS上で「自分で自由に使える仮想サーバー」を借りるために存在する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507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E68A"/>
                </a:solidFill>
              </a:rPr>
              <a:t>AWS公式：オンデマンドかつスケーラブルなコンピューティングキャパシティを提供し、必要な数だけ仮想サーバーを起動できるサービス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① なぜ EC2 は存在するか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昔の物理サーバー時代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408176"/>
            <a:ext cx="3977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</a:rPr>
              <a:t>サーバー機を買う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</a:rPr>
              <a:t>データセンターに置く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</a:rPr>
              <a:t>ネットワークをつなぐ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</a:rPr>
              <a:t>OSを入れる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</a:rPr>
              <a:t>故障したら交換する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</a:rPr>
              <a:t>アクセスが増えたら、またサーバーを買う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36576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6576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2D12"/>
                </a:solidFill>
              </a:rPr>
              <a:t>しかも今日アクセスが増えても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2D12"/>
                </a:solidFill>
              </a:rPr>
              <a:t>今日すぐサーバーを増やせない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914400"/>
            <a:ext cx="36576" cy="3474720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14400"/>
            <a:ext cx="4114800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EC2が解決すること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444752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小さいゲーム機を借りる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大きいゲーム機を借りる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いらなくなったら返す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忙しいときだけ増やす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4114800" cy="1508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834640"/>
            <a:ext cx="137160" cy="1508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88036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</a:rPr>
              <a:t>物理サーバーを買わずに、必要なときだけAWS上で仮想サーバーを借りる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EC2で覚えるべき基本部品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920240"/>
          </a:xfrm>
          <a:prstGeom prst="rect">
            <a:avLst/>
          </a:prstGeom>
          <a:solidFill>
            <a:srgbClr val="FFF7ED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インスタンス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EC2で起動した仮想サーバー本体。「EC2インスタンスを起動する」＝「AWS上にサーバーを1台作る」。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743200" cy="19202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914400"/>
            <a:ext cx="2743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35331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サーバーの元になる型。料理のレシピのようなもの。Amazon Linux入り / Ubuntu入り / Windows Server入り / 自社アプリ入り。AMIからEC2インスタンスを作る。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743200" cy="19202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914400"/>
            <a:ext cx="274320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インスタンスタイプ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35331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サーバーの大きさ・性能。t系：小さめ汎用 / m系：バランス型 / c系：CPU強め / r系：メモリ強め / g/p系：GPU向け。試験では「CPU集約」「メモリ集約」「機械学習」「バースト可能」などで選ばせる。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60520" cy="1920240"/>
          </a:xfrm>
          <a:prstGeom prst="rect">
            <a:avLst/>
          </a:prstGeom>
          <a:solidFill>
            <a:srgbClr val="E8F8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71800"/>
            <a:ext cx="41605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718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EBS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410712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EC2にくっつけるディスク。EC2本体がサーバーで、EBSはそのサーバーに付けるハードディスク。EC2を停止しても、EBSに入ったデータは残せる。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160520" cy="192024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971800"/>
            <a:ext cx="416052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9718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セキュリティグループ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410712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EC2の通信を守るドアの鍵。例：Webサーバーなら80/443を許可 / SSHなら22を自分のIPだけ許可 / DBへの通信はアプリサーバーからだけ許可。EC2をインターネットに公開するかどうかは、VPC・サブネット・ルートテーブル・セキュリティグループを合わせて考える。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② 似たサービスとの違い — EC2 vs Lambda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3794760"/>
          </a:xfrm>
          <a:prstGeom prst="rect">
            <a:avLst/>
          </a:prstGeom>
          <a:solidFill>
            <a:srgbClr val="FFF7ED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EC2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C2D12"/>
                </a:solidFill>
              </a:rPr>
              <a:t>サーバーを自分で管理する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C2D12"/>
                </a:solidFill>
              </a:rPr>
              <a:t>「キッチン付きの部屋を借りて、自分で料理する」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OSにログインしたい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既存アプリをそのまま移行したい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長時間実行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細かいミドルウェア設定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フルコントロール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3749040"/>
            <a:ext cx="3977640" cy="777240"/>
          </a:xfrm>
          <a:prstGeom prst="roundRect">
            <a:avLst>
              <a:gd name="adj" fmla="val 8235"/>
            </a:avLst>
          </a:prstGeom>
          <a:solidFill>
            <a:srgbClr val="FFE0CC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74904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2D12"/>
                </a:solidFill>
              </a:rPr>
              <a:t>自由度が高い。OSにログインできるし、細かく設定できる。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379476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14400"/>
            <a:ext cx="4160520" cy="4389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144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Lambda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4173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1D96"/>
                </a:solidFill>
              </a:rPr>
              <a:t>サーバーを意識せず、関数だけ動かす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1D96"/>
                </a:solidFill>
              </a:rPr>
              <a:t>「料理だけ注文する。キッチン管理はAWS側」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103120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サーバーレス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イベント駆動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短時間処理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運用管理を減らす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3749040"/>
            <a:ext cx="3977640" cy="777240"/>
          </a:xfrm>
          <a:prstGeom prst="roundRect">
            <a:avLst>
              <a:gd name="adj" fmla="val 8235"/>
            </a:avLst>
          </a:prstGeom>
          <a:solidFill>
            <a:srgbClr val="EDE9FE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74904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1D96"/>
                </a:solidFill>
              </a:rPr>
              <a:t>運用が楽。ただし、実行時間や環境に制約がある。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 似たサービスとの違い（その他）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160520" cy="1920240"/>
          </a:xfrm>
          <a:prstGeom prst="rect">
            <a:avLst/>
          </a:prstGeom>
          <a:solidFill>
            <a:srgbClr val="E8F8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1605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EC2 vs ECS / EKS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65100"/>
                </a:solidFill>
              </a:rPr>
              <a:t>EC2：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仮想サーバー（土地）
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28090"/>
                </a:solidFill>
              </a:rPr>
              <a:t>比較先：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コンテナを動かす管理サービス（荷物の管理係）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3977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1284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問題文に「コンテナ」「Docker」「Kubernetes」とあれば ECS/EKS を考える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32688"/>
            <a:ext cx="4160520" cy="19202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932688"/>
            <a:ext cx="416052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326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EC2 vs Fargate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2588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65100"/>
                </a:solidFill>
              </a:rPr>
              <a:t>EC2：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サーバーを自分で用意してコンテナを動かす（自分で駐車場を用意）
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7D32"/>
                </a:solidFill>
              </a:rPr>
              <a:t>比較先：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サーバー管理なしでコンテナを動かす（車だけ渡せば置き場所はAWSが管理）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2212848"/>
            <a:ext cx="3977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21284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「コンテナを実行したいが、EC2インスタンスを管理したくない」→ Fargate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90088"/>
            <a:ext cx="4160520" cy="19202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90088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900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EC2 vs Elastic Beanstalk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65100"/>
                </a:solidFill>
              </a:rPr>
              <a:t>EC2：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部品としてのサーバー（材料を自分で買う）
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565C0"/>
                </a:solidFill>
              </a:rPr>
              <a:t>比較先：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アプリ実行環境をまとめて作るサービス（定食セットを注文する）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270248"/>
            <a:ext cx="3977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7024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</a:rPr>
              <a:t>細かく構成したいならEC2。アプリを簡単にデプロイしたいならElastic Beanstalk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990088"/>
            <a:ext cx="416052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990088"/>
            <a:ext cx="416052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9900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EC2 vs Lightsail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338328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65100"/>
                </a:solidFill>
              </a:rPr>
              <a:t>EC2：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本格的で細かく設定できる仮想サーバー
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4748B"/>
                </a:solidFill>
              </a:rPr>
              <a:t>比較先：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初心者向けの簡単VPS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4270248"/>
            <a:ext cx="3977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27024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「簡単なWebサイト」「固定料金」「VPS」→ Lightsail が候補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EC2の購入方式 — SAAで超重要（1/2）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6187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オンデマンドインスタンス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96012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使った分だけ払う通常レンタル。事前契約なし。短期・予測不能なワークロード向き。割引は少ない。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64592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KW: 「短期間」「予測不能」「初期費用なし」「柔軟」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8595360" cy="126187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86000"/>
            <a:ext cx="2011680" cy="1261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86000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リザーブドインスタンス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33172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長く使う前提で割引を受ける。AWS公式：物理インスタンスではなく、条件に合うオンデマンドインスタンス利用に適用される請求割引。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301752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KW: 「1年または3年」「定常的」「予測可能」「コスト削減」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8595360" cy="1261872"/>
          </a:xfrm>
          <a:prstGeom prst="rect">
            <a:avLst/>
          </a:prstGeom>
          <a:solidFill>
            <a:srgbClr val="E8F8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2011680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657600"/>
            <a:ext cx="2011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Savings Plans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370332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一定額のコンピュート利用を約束して割引を受ける。AWS公式：Compute Savings PlansはEC2、Fargate、Lambdaの利用にも自動的に割引を適用できる。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438912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KW: 「柔軟な割引」「EC2だけでなくFargate/Lambdaも含めたい」「1年/3年のコミット」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EC2の購入方式 — SAAで超重要（2/2）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1920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インスタンス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102412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AWSで余っているEC2を安く使う。ただし中断される可能性がある。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大事なのは、Spotは安いけど止められる可能性があること。だから、止まると困る本番DBには向かない。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77440" y="1828800"/>
            <a:ext cx="6355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</a:rPr>
              <a:t>KW: 「中断されてもよい」「バッチ処理」「分散処理」「画像変換」「ビッグデータ」「コスト最小」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3017520"/>
            <a:ext cx="8595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017520"/>
            <a:ext cx="2011680" cy="1554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01752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Dedicated Hosts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Dedicated Instances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77440" y="3090672"/>
            <a:ext cx="6355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物理サーバーを専有したいとき。特に、既存のソフトウェアライセンスを持ち込みたい場合に出る。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77440" y="3749040"/>
            <a:ext cx="6355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1B9A"/>
                </a:solidFill>
              </a:rPr>
              <a:t>KW: 「専有」「ライセンス要件」「コンプライアンス」「物理ホスト単位」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EC2 と Auto Scaling の関係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2D12"/>
                </a:solidFill>
              </a:rPr>
              <a:t>AWS公式：Amazon EC2 Auto Scalingはアプリケーション負荷を処理するために、正しい数のEC2インスタンスを利用可能に保つサービス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651760" cy="2011680"/>
          </a:xfrm>
          <a:prstGeom prst="rect">
            <a:avLst/>
          </a:prstGeom>
          <a:solidFill>
            <a:srgbClr val="FFF7ED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37360"/>
            <a:ext cx="2651760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EC2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店員さん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1台の仮想サーバー。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アプリを動かす実体。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2651760" cy="2011680"/>
          </a:xfrm>
          <a:prstGeom prst="rect">
            <a:avLst/>
          </a:prstGeom>
          <a:solidFill>
            <a:srgbClr val="FFF7ED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737360"/>
            <a:ext cx="265176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737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 Scaling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2103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増減する仕組み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4688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お客さんの数に合わせて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店員を増やす仕組み。EC2の台数を自動で増減する。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651760" cy="2011680"/>
          </a:xfrm>
          <a:prstGeom prst="rect">
            <a:avLst/>
          </a:prstGeom>
          <a:solidFill>
            <a:srgbClr val="FFF7E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737360"/>
            <a:ext cx="265176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737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ELB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5040" y="2103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受付係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4688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お客さんを空いている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917"/>
                </a:solidFill>
              </a:rPr>
              <a:t>店員に振り分ける受付。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2606040"/>
            <a:ext cx="5029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2606040"/>
            <a:ext cx="5029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93192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E68A"/>
                </a:solidFill>
              </a:rPr>
              <a:t>Webアプリの王道構成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DE68A"/>
                </a:solidFill>
              </a:rPr>
              <a:t>ALB + Auto Scaling + EC2 複数AZ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③ EC2を選ぶキーワード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164592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5097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仮想サーバー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そのままEC2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326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32688"/>
            <a:ext cx="164592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95097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OSレベルの制御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5192" y="129844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EC2はOSにログインして設定できる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75564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55648"/>
            <a:ext cx="164592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77393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既存アプリケーションを移行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12140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オンプレのサーバーアプリをそのままAWSに持ってくるならEC2が候補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75564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755648"/>
            <a:ext cx="164592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177393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ミドルウェアを自由にインストール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5192" y="212140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Apache、Nginx、独自ソフトなどを自由に入れたい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57860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578608"/>
            <a:ext cx="164592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59689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長時間実行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294436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LambdaよりEC2向き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57860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578608"/>
            <a:ext cx="164592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59689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CPU最適化 / メモリ最適化 / GPU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65192" y="294436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インスタンスタイプを選ぶ問題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40156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401568"/>
            <a:ext cx="164592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41985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バッチ処理で中断されてもよい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" y="376732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Spotインスタンス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40156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401568"/>
            <a:ext cx="164592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341985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定常的に稼働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65192" y="376732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Reserved InstancesやSavings Plans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2245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224528"/>
            <a:ext cx="164592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424281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高可用性のWebアプリ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" y="459028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複数AZ + Auto Scaling + ALB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42245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4224528"/>
            <a:ext cx="164592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424281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ステートフルな処理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65192" y="459028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データ永続化はEBSやEFS、RDSも考える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SAAでよく出る判断パターン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49808"/>
          </a:xfrm>
          <a:prstGeom prst="rect">
            <a:avLst/>
          </a:prstGeom>
          <a:solidFill>
            <a:srgbClr val="FFF7ED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38912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9326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Webアプリを高可用性にしたい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22529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C1917"/>
                </a:solidFill>
              </a:rPr>
              <a:t>Q: Webアプリケーションを複数AZで高可用性にしたい。アクセス増加にも対応したい。　→　A: ALB + Auto Scaling Group + 複数AZのEC2。1台のEC2だけではダメ。1台が落ちたらサービス停止する。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8595360" cy="749808"/>
          </a:xfrm>
          <a:prstGeom prst="rect">
            <a:avLst/>
          </a:prstGeom>
          <a:solidFill>
            <a:srgbClr val="FFF7E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55648"/>
            <a:ext cx="43891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55648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177393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EC2からS3へ安全にアクセスしたい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206654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C1917"/>
                </a:solidFill>
              </a:rPr>
              <a:t>Q: EC2上のアプリケーションがS3にアクセスする必要がある。アクセスキーをコードに保存したくない。　→　A: EC2にIAMロールをアタッチする。アクセスキーをEC2内に置くのは危険。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96896"/>
            <a:ext cx="8595360" cy="749808"/>
          </a:xfrm>
          <a:prstGeom prst="rect">
            <a:avLst/>
          </a:prstGeom>
          <a:solidFill>
            <a:srgbClr val="FFF7ED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96896"/>
            <a:ext cx="438912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96896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261518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処理が止まっても再実行できる。最安にしたい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290779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C1917"/>
                </a:solidFill>
              </a:rPr>
              <a:t>Q: 大量の画像処理を行う。処理は中断されても再実行可能。コストを最小化したい。　→　A: Spotインスタンス。「中断されてもよい」＋「コスト最小」ならSpotを疑う。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438144"/>
            <a:ext cx="8595360" cy="749808"/>
          </a:xfrm>
          <a:prstGeom prst="rect">
            <a:avLst/>
          </a:prstGeom>
          <a:solidFill>
            <a:srgbClr val="FFF7ED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38144"/>
            <a:ext cx="438912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38144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345643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毎日24時間ずっと動く本番サーバーを安くしたい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37490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C1917"/>
                </a:solidFill>
              </a:rPr>
              <a:t>Q: 本番Webサーバーが常時稼働している。利用量は安定している。コストを削減したい。　→　A: Reserved Instances または Savings Plans。「安定」「定常的」「1年/3年」なら割引購入を考える。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279392"/>
            <a:ext cx="8595360" cy="749808"/>
          </a:xfrm>
          <a:prstGeom prst="rect">
            <a:avLst/>
          </a:prstGeom>
          <a:solidFill>
            <a:srgbClr val="FFF7E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79392"/>
            <a:ext cx="43891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79392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672" y="42976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プライベートサブネットのEC2が外へ出たい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459028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C1917"/>
                </a:solidFill>
              </a:rPr>
              <a:t>Q: プライベートサブネット内のEC2がOSアップデートのためインターネットへ接続する必要がある。ただし外部から直接アクセスされたくない。　→　A: NAT Gatewayを使う。EC2そのものではなく、VPC設計の問題。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⚠️ 試験での危険な選択肢 — これを選んだら負け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548640" cy="8961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784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</a:rPr>
              <a:t>1台のEC2だけで高可用性とする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38988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7D32"/>
                </a:solidFill>
              </a:rPr>
              <a:t>→ ダメ。1台だと単一障害点。高可用性なら、複数AZ、Auto Scaling、ELBを考える。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56816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56816"/>
            <a:ext cx="548640" cy="8961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56816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0025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</a:rPr>
              <a:t>EC2にアクセスキーを保存する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414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7D32"/>
                </a:solidFill>
              </a:rPr>
              <a:t>→ ダメ。EC2からAWSサービスにアクセスするならIAMロール。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80944"/>
            <a:ext cx="548640" cy="8961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80944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0266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</a:rPr>
              <a:t>DBをEC2に直接入れて高可用性と言う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343814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7D32"/>
                </a:solidFill>
              </a:rPr>
              <a:t>→ 可能ではあるが、SAAではRDSやMulti-AZのほうが適切なことが多い。「管理を減らしたい」「自動バックアップ」「フェイルオーバー」ならRDSを疑う。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05072"/>
            <a:ext cx="8595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005072"/>
            <a:ext cx="548640" cy="8961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05072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050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</a:rPr>
              <a:t>Lambdaで長時間・OS制御が必要な処理をやる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44622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7D32"/>
                </a:solidFill>
              </a:rPr>
              <a:t>→ 違うことが多い。OSを触りたい、長時間動かしたい、既存サーバーアプリをそのまま動かしたいならEC2。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C2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最後に — この形で言えるようにする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6459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EC2 は、物理サーバーを買わずに、AWS上で必要なときだけ仮想サーバーを使うために存在する。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984248"/>
            <a:ext cx="164592" cy="868680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8424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Lambda と似ているが、EC2はOSやミドルウェアまで自分で管理できる一方、Lambdaはサーバー管理なしで短い処理を実行する点で異なる。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3008376"/>
            <a:ext cx="164592" cy="868680"/>
          </a:xfrm>
          <a:prstGeom prst="rect">
            <a:avLst/>
          </a:prstGeom>
          <a:solidFill>
            <a:srgbClr val="FFF176"/>
          </a:solidFill>
          <a:ln w="12700">
            <a:solidFill>
              <a:srgbClr val="FFF1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08376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試験では「仮想サーバー」「OSレベルの制御」「既存アプリの移行」「長時間実行」「Auto Scaling」「複数AZ」「Spot」「Reserved Instance」「Savings Plans」という言葉が出たときに選ぶ。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EC2単体ではなく、Web本番なら「ALB + Auto Scaling + 複数AZのEC2」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EC2からAWSサービスにアクセスするなら「IAMロール」　止まってもいい安い計算なら「Spot」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EC2 学習資料</dc:title>
  <dc:subject>PptxGenJS Presentation</dc:subject>
  <dc:creator>PptxGenJS</dc:creator>
  <cp:lastModifiedBy>PptxGenJS</cp:lastModifiedBy>
  <cp:revision>1</cp:revision>
  <dcterms:created xsi:type="dcterms:W3CDTF">2026-05-04T14:03:58Z</dcterms:created>
  <dcterms:modified xsi:type="dcterms:W3CDTF">2026-05-04T14:03:58Z</dcterms:modified>
</cp:coreProperties>
</file>