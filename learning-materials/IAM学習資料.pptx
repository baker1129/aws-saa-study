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5029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502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AWS SAA 学習資料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IAM とは何か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Identity and Access Management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788920"/>
            <a:ext cx="6400800" cy="1051560"/>
          </a:xfrm>
          <a:prstGeom prst="rect">
            <a:avLst/>
          </a:prstGeom>
          <a:solidFill>
            <a:srgbClr val="3B4BA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78892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「誰に、AWSの何を、どこまで触らせるか」を決めるために存在する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AWSリソースへのアクセスを安全に管理するサービス（AWS公式）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 なぜ IAM は存在するか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昔の問題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</a:rPr>
              <a:t>新人にも全部できてしまう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</a:rPr>
              <a:t>退職者のキーを消し忘れる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</a:rPr>
              <a:t>アプリに書いたアクセスキーが漏れる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</a:rPr>
              <a:t>EC2がS3にアクセスしたいだけなのに、人間用のキーを渡してしまう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6118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FA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6118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4800"/>
                </a:solidFill>
              </a:rPr>
              <a:t>例：家族全員がマスターキーを持っている状態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36576" cy="3474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IAMが解決すること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</a:rPr>
              <a:t>「あなたは見るだけ」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</a:rPr>
              <a:t>「あなたはS3だけ操作OK」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</a:rPr>
              <a:t>「このEC2はS3を読むだけOK」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2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10896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SAAでは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「なぜこのサービスを選ぶか」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を判断するのが重要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IAMの主な構成要素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IAMユーザー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人間1人に渡すログインID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例：田中さん、佐藤さん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※SAAでは「ロールやフェデレーションを使う」判断が重要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60120"/>
            <a:ext cx="4160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60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IAMグループ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9903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人間をまとめる箱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例：開発チーム・運用チーム・経理チーム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グループに権限を付けると全員に配れる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60520" cy="17373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0360"/>
            <a:ext cx="416052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IAMポリシー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31927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許可証そのもの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例：S3を見るのはOK / EC2を起動するのはOK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「誰が」よりも「何を許可するか」が大事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60520" cy="1737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80360"/>
            <a:ext cx="416052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80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IAMロール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31927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一時的に着る制服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※試験で超重要！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一時的な認証情報は期限付きで再利用不可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IAMロール — 試験で超重要！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</a:rPr>
              <a:t>IAMユーザーは「その人のID」だが、IAMロールは「一時的にその役割になる」もの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64008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3520440" cy="685800"/>
          </a:xfrm>
          <a:prstGeom prst="rect">
            <a:avLst/>
          </a:prstGeom>
          <a:solidFill>
            <a:srgbClr val="F9F5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EC2 が S3 にアクセスする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64008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83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783080"/>
            <a:ext cx="3520440" cy="685800"/>
          </a:xfrm>
          <a:prstGeom prst="rect">
            <a:avLst/>
          </a:prstGeom>
          <a:solidFill>
            <a:srgbClr val="F9F5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7830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Lambda が DynamoDB に書き込む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64008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88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788920"/>
            <a:ext cx="3520440" cy="685800"/>
          </a:xfrm>
          <a:prstGeom prst="rect">
            <a:avLst/>
          </a:prstGeom>
          <a:solidFill>
            <a:srgbClr val="F9F5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7889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別のAWSアカウントの人に一時的に作業してもらう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64008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788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788920"/>
            <a:ext cx="3520440" cy="685800"/>
          </a:xfrm>
          <a:prstGeom prst="rect">
            <a:avLst/>
          </a:prstGeom>
          <a:solidFill>
            <a:srgbClr val="F9F5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889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外部IDプロバイダーのユーザーにAWSを使わせる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1D96"/>
                </a:solidFill>
              </a:rPr>
              <a:t>AWS公式：一時的な認証情報はロールやフェデレーションの基礎。期限付きなので不要になったあと再利用できない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似たサービスとの違い（1/2）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IAM vs AWS Organizations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1つのAWSアカウント内で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誰が何をできるかを決める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例：家の中で「子どもは台所OK、金庫NG」と決める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80160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80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Organizations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複数のAWSアカウントをまとめて管理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例：家を何軒も持っていて、それぞれに共通ルールを配る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OU / SCP というキーワードで判断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IAM vs Security Group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9184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91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70332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AWS操作の権限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この人はEC2を起動してよいか？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＝ 操作権限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291840"/>
            <a:ext cx="416052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291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Group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70332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ネットワーク通信の許可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このEC2に443番ポートで通信してよいか？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＝ 通信制御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 似たサービスとの違い（2/2）— IAM vs Cognito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47472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AWSを操作する人・サービスの権限管理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管理者がS3やEC2を操作する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ユーザー、グループ、ロール、ポリシー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最小権限の原則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一時的な認証情報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3832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キーワード：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「AWSリソースへのアクセス権限」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3474720"/>
          </a:xfrm>
          <a:prstGeom prst="rect">
            <a:avLst/>
          </a:prstGeom>
          <a:solidFill>
            <a:srgbClr val="F0FFF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Cognito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アプリの利用者ログイン管理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スマホアプリのユーザーがログインする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WebアプリのユーザーID管理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Facebook / Googleログイン対応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外部ID連携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3832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3832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</a:rPr>
              <a:t>キーワード：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</a:rPr>
              <a:t>「モバイルアプリ」「Webアプリのユーザー認証」「Facebook/Googleログイン」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 IAMを選ぶキーワード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554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最小権限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9601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必要な操作だけ許可する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60120"/>
            <a:ext cx="1554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ユーザー・グループ・ロール・ポリシー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9601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これはほぼIAM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20240"/>
            <a:ext cx="1554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20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EC2からS3へ安全にアクセス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192024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アクセスキーをEC2に埋め込むのではなく、IAMロールを使う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920240"/>
            <a:ext cx="1554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20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一時的な認証情報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IAMロール、STS、フェデレーションが候補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80360"/>
            <a:ext cx="1554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8036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クロスアカウントアクセス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288036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別AWSアカウントにアクセスさせるならIAMロール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880360"/>
            <a:ext cx="1554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88036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アクセスキーをハードコードしない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88036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IAMロールを使う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3840480"/>
            <a:ext cx="4572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3840480"/>
            <a:ext cx="1554480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84048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MFA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86200" y="384048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IAMユーザーやルートユーザーの保護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SAA用の覚え方 — 場面別選択ガイド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6459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IAMユーザーを選ぶ場面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183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人間にAWS管理画面やCLIを使わせるとき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※ただし「長期アクセスキーを作る」はあまり良い選択肢ではないことが多い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8595360" cy="11887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40280"/>
            <a:ext cx="164592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</a:rPr>
              <a:t>IAMロールを選ぶ場面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8183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AWSサービスにAWSサービスを触らせるとき（一番よく出る）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例：EC2がS3のファイルを読む / LambdaがDynamoDBに書く / ECSタスクがSecrets Managerを読む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→ 答えはだいたい「IAMロールをアタッチする」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566160"/>
            <a:ext cx="164592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IAMポリシーを選ぶ場面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183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何を許可・拒否するかを細かく決めるとき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例：特定のS3バケットだけアクセス許可 / 特定リージョンだけ操作許可 / 読み取りだけ許可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⚠️ 試験での危険な選択肢 — これを選んだら負け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3E3E"/>
                </a:solidFill>
              </a:rPr>
              <a:t>EC2内にアクセスキーを保存する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IAMロールを使う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47672"/>
            <a:ext cx="548640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4767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3E3E"/>
                </a:solidFill>
              </a:rPr>
              <a:t>アプリケーションコードにシークレットアクセスキーを書く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4048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ロールや Secrets Manager を考える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35224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35224"/>
            <a:ext cx="548640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3522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9626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3E3E"/>
                </a:solidFill>
              </a:rPr>
              <a:t>全員にAdministratorAccessを付ける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392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最小権限に反する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22776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22776"/>
            <a:ext cx="548640" cy="8686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22776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9502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3E3E"/>
                </a:solidFill>
              </a:rPr>
              <a:t>ルートユーザーを日常利用する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3799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ルートユーザーはMFAを有効化し、通常作業には使わない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4BA8"/>
          </a:solidFill>
          <a:ln w="12700">
            <a:solidFill>
              <a:srgbClr val="3B4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最後に — この形で言えるようにする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4592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IAM は、AWSで「誰が何をできるか」を安全に管理するために存在する。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84248"/>
            <a:ext cx="164592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842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AWS Organizations と似ているが、IAMは1つのアカウント内の権限管理、Organizationsは複数アカウント全体の管理という点で異なる。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008376"/>
            <a:ext cx="164592" cy="868680"/>
          </a:xfrm>
          <a:prstGeom prst="rect">
            <a:avLst/>
          </a:prstGeom>
          <a:solidFill>
            <a:srgbClr val="FFF176"/>
          </a:solidFill>
          <a:ln w="12700">
            <a:solidFill>
              <a:srgbClr val="FFF1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08376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試験では「最小権限」「IAMロール」「ポリシー」「一時的な認証情報」「EC2からS3へアクセス」「アクセスキーを埋め込まない」という言葉が出たときに選ぶ。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69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特にSAAでは「EC2やLambdaなどのAWSサービスに権限を渡す」＝ IAMロール と覚えるのが一番効きます！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IAM 学習資料</dc:title>
  <dc:subject>PptxGenJS Presentation</dc:subject>
  <dc:creator>PptxGenJS</dc:creator>
  <cp:lastModifiedBy>PptxGenJS</cp:lastModifiedBy>
  <cp:revision>1</cp:revision>
  <dcterms:created xsi:type="dcterms:W3CDTF">2026-05-04T13:52:44Z</dcterms:created>
  <dcterms:modified xsi:type="dcterms:W3CDTF">2026-05-04T13:52:44Z</dcterms:modified>
</cp:coreProperties>
</file>