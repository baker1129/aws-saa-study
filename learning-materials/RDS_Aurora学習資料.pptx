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4572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57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</a:rPr>
              <a:t>AWS SAA 学習資料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RDS / Aurora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BF7D0"/>
                </a:solidFill>
              </a:rPr>
              <a:t>Amazon RDS ＋ Amazon Aurora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886200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F08A"/>
                </a:solidFill>
              </a:rPr>
              <a:t>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MySQL等のリレーショナルDBを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AWSに運用してもらうために存在する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542032"/>
            <a:ext cx="388620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5420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F08A"/>
                </a:solidFill>
              </a:rPr>
              <a:t>Aurora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862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AWSがクラウド向けに作った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高性能・高可用なMySQL/PostgreSQL互換DB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15803D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F08A"/>
                </a:solidFill>
              </a:rPr>
              <a:t>Multi-AZ＝障害対策　／　リードレプリカ＝読み取り性能向上　を絶対に混ぜない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507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F7D0"/>
                </a:solidFill>
              </a:rPr>
              <a:t>AWS公式：Amazon RDSはクラウド上でリレーショナルDBのセットアップ、運用、スケーリングを簡単にするサービス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 なぜ RDS は存在するか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自分でMySQLを入れる場合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サーバーを用意する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MySQLをインストールする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パッチを当てる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バックアップを取る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障害時に復旧する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ストレージ容量を監視する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レプリケーションを組む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フェイルオーバーを設計する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40690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0690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10C"/>
                </a:solidFill>
              </a:rPr>
              <a:t>DBはアプリの心臓。落ちたらサービス全体停止。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2410C"/>
                </a:solidFill>
              </a:rPr>
              <a:t>データが消えたら終わり。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914400"/>
            <a:ext cx="36576" cy="3886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RDSがAWSに任せてくれること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389888"/>
            <a:ext cx="40690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DB作成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OSやDBエンジンのパッチ適用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自動バックアップ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スナップショット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監視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ストレージ拡張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Multi-AZによる高可用性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フェイルオーバー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3794760"/>
            <a:ext cx="420624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794760"/>
            <a:ext cx="137160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84048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4532D"/>
                </a:solidFill>
              </a:rPr>
              <a:t>DBそのものは使いたい。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4532D"/>
                </a:solidFill>
              </a:rPr>
              <a:t>でもDBサーバーの面倒はAWSに任せたい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 似たサービスとの違い（1/2）— RDS vs EC2上のDB / DynamoDB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RDS vs EC2上のDB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137160" cy="1417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</a:rPr>
              <a:t>RDS（管理人付きマンション）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DB運用をAWSに任せる。KW：「管理を減らしたい」「自動バックアップ」「パッチ適用」「高可用性」「フェイルオーバー」「リレーショナルDB」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325880"/>
            <a:ext cx="137160" cy="1417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</a:rPr>
              <a:t>EC2上のDB（一軒家を自分で管理）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DBサーバーを自分で管理する。バックアップ、パッチ、フェイルオーバー、監視を自分でやる必要がある。KW：「OSレベルで完全制御」「特殊なDB設定」「RDSでサポートされないDBエンジン」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859536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803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RDS / Aurora vs DynamoDB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91840"/>
            <a:ext cx="137160" cy="1508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37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RDS / Aurora（Excelの表を関連づけて使う）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リレーショナルDB。表同士をJOINして使う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KW：「SQL」「JOIN」「トランザクション」「既存のMySQL/PostgreSQL」「リレーショナル」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291840"/>
            <a:ext cx="137160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37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DynamoDB（巨大な名前札ボックスから一瞬で取り出す）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NoSQLのキーバリュー/ドキュメントDB。超大規模・低レイテンシ向け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KW：「NoSQL」「キーバリュー」「ミリ秒レイテンシ」「サーバーレス」「水平スケール」「大規模アクセス」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864608"/>
            <a:ext cx="7315200" cy="0"/>
          </a:xfrm>
          <a:prstGeom prst="round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似たサービスとの違い（2/2）— RDS vs Aurora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886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いろいろな車をレンタルできる店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94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MySQL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PostgreSQL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MariaDB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Oracle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SQL Server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3977640" cy="9601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5204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KW：「MySQL」「PostgreSQL」「Oracle」「SQL Server」「MariaDB」「自動バックアップ」「パッチ適用」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38862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Aurora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AWSが作った高性能スポーツカー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783080"/>
            <a:ext cx="3977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MySQL互換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PostgreSQL互換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複数AZにまたがるクラスターボリューム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Aurora Replicas（読み取りスケール＋可用性）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Reader Endpoint（読み取り分散）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3520440"/>
            <a:ext cx="3977640" cy="9601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5204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KW：「MySQL/PostgreSQL互換」「高性能」「高可用性」「読み取りスケール」「Aurora Replicas」「Reader Endpoint」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RDS Multi-AZ vs リードレプリカ — SAA超頻出！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Multi-AZ — 障害対策用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プライマリDBが落ちたら、別AZのスタンバイに自動で切り替える。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AWS公式：フェイルオーバーを自動処理し、管理者の介入なしにDB操作を再開できる。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スタンバイは読み取りには使わない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フェイルオーバー時は自動で切り替わる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書き込みはプライマリのみ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DBEA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33756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KW：「高可用性」「自動フェイルオーバー」「障害対策」「ダウンタイム最小」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14400"/>
            <a:ext cx="416052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1440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リードレプリカ — 読み取り性能向上用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44475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読み取り専用のコピーDBを作り、SELECT系の読み取りを逃がす。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Aurora Reader Endpoint で Aurora Replicas に分散可能。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235915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読み取り（SELECT）を逃がす専用コピー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フェイルオーバーには自動では切り替わらない（通常のRDS）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Aurora Replicasは読み取り処理＋可用性向上の両方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337560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33756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KW：「読み取り負荷を分散」「読み込み性能向上」「SELECTが多い」「レポート処理」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2519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Multi-AZ ＝ 障害対策　／　リードレプリカ ＝ 読み取り性能向上　— これを混ぜるとSAAで落とされる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Aurora の特徴 — ストレージ・Reader Endpoint・Replica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Auroraはストレージが強い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4748B"/>
                </a:solidFill>
              </a:rPr>
              <a:t>普通のRDS：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DBインスタンスとストレージを比較的セットで考える。「店員と倉庫がセット」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9669"/>
                </a:solidFill>
              </a:rPr>
              <a:t>Aurora：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コンピュートとストレージの分離が強い。「店員は交代できる。商品は強い共通倉庫にある」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データはAuroraクラスターボリュームに置かれ、複数AZにまたがって保持される設計。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416052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743200"/>
            <a:ext cx="416052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743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Aurora Reader Endpoint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読み取り専用クエリをAurora Replicasに分散する入口。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AWS公式：読み取り専用接続のバランシングを提供し、Aurora ReplicasでSELECTなどを処理してプライマリの負荷を減らす。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743200"/>
            <a:ext cx="416052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743200"/>
            <a:ext cx="416052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743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Aurora Replica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1546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読み取り処理をさばく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可用性を高める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7673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9669"/>
                </a:solidFill>
              </a:rPr>
              <a:t>AWS公式：Aurora Replicasは読み取り操作のスケールと可用性向上に役立つ。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407408"/>
            <a:ext cx="8595360" cy="512064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407408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KW：「読み取りクエリを複数レプリカに分散」「Reader Endpoint」「読み取りスケール」「高可用性」「複数AZにまたがる」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③ 問題文にどんな言葉があれば選ぶか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RDSを選ぶキーワード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44168"/>
            <a:ext cx="41605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44168"/>
            <a:ext cx="137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44168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リレーショナルデータベース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88920" y="134416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RDSかAuroraを疑う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28216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28216"/>
            <a:ext cx="137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2821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172821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RDS/Aurora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12264"/>
            <a:ext cx="41605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12264"/>
            <a:ext cx="137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1226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MySQL / PostgreSQL / MariaDB / Oracle / SQL Server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21122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96312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496312"/>
            <a:ext cx="137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49631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自動バックアップ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24963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41605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80360"/>
            <a:ext cx="137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8803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パッチ適用を管理したくない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88920" y="28803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264408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264408"/>
            <a:ext cx="137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264408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高可用性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88920" y="326440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RDS Multi-AZまたはAurora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648456"/>
            <a:ext cx="41605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648456"/>
            <a:ext cx="137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64845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自動フェイルオーバー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88920" y="364845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Multi-AZ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32504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032504"/>
            <a:ext cx="137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03250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DB管理負荷を減らす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88920" y="403250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416552"/>
            <a:ext cx="416052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416552"/>
            <a:ext cx="1371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41655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既存の商用DB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88920" y="441655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Oracle、SQL ServerならRDSが候補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914400"/>
            <a:ext cx="416052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914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Auroraを選ぶキーワード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709160" y="1344168"/>
            <a:ext cx="41605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1344168"/>
            <a:ext cx="1371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0328" y="13441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MySQL互換 / PostgreSQL互換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06640" y="134416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Aurora候補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09160" y="1728216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1728216"/>
            <a:ext cx="1371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172821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高性能なリレーショナルDB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06640" y="172821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Aurora候補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2112264"/>
            <a:ext cx="41605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2112264"/>
            <a:ext cx="1371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328" y="211226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読み取りスケール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06640" y="211226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Aurora Replicas / Reader Endpoint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09160" y="2496312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9160" y="2496312"/>
            <a:ext cx="1371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0328" y="249631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複数AZにまたがる高可用性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406640" y="249631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Aurora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09160" y="2880360"/>
            <a:ext cx="41605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09160" y="2880360"/>
            <a:ext cx="1371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0328" y="288036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クラウドネイティブなDB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406640" y="288036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Aurora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09160" y="3264408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9160" y="3264408"/>
            <a:ext cx="1371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10328" y="326440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Aurora Serverless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406640" y="326440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需要が増減するDB、断続的なワークロード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SAAでよく出る判断パターン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3891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9326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パターン1：DBの高可用性がほしい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2344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532D"/>
                </a:solidFill>
              </a:rPr>
              <a:t>Q: RDS DBインスタンスの可用性を高めたい。AZ障害時に自動でフェイルオーバーしたい。　→　A: RDS Multi-AZ。Multi-AZは障害対策。自動フェイルオーバーがキーワード。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859536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37360"/>
            <a:ext cx="438912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17556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パターン2：読み取りが多くてDBが重い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05740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532D"/>
                </a:solidFill>
              </a:rPr>
              <a:t>Q: アプリケーションでSELECTクエリが多く、DBの読み取り負荷を分散したい。　→　A: リードレプリカ。Auroraなら Aurora Replica + Reader Endpoint。読み取り性能向上はリードレプリカ。Multi-AZではない。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60320"/>
            <a:ext cx="438912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6032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5786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パターン3：MySQL互換で高性能・高可用なDBがほしい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88036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532D"/>
                </a:solidFill>
              </a:rPr>
              <a:t>Q: 既存のMySQLアプリケーションと互換性を保ちながら、より高い性能と可用性を実現したい。　→　A: Amazon Aurora MySQL-Compatible Edition。AuroraはMySQL/PostgreSQL互換のフルマネージドDB。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859536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83280"/>
            <a:ext cx="438912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8328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34015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パターン4：DB運用をなるべくAWSに任せたい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7033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532D"/>
                </a:solidFill>
              </a:rPr>
              <a:t>Q: データベースのバックアップ、パッチ適用、フェイルオーバーなどの管理作業を減らしたい。　→　A: Amazon RDS。RDSは一般的なDB管理タスクをAWS側で管理する。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06240"/>
            <a:ext cx="438912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0624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42245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パターン5：JOINやSQLが必要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452628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532D"/>
                </a:solidFill>
              </a:rPr>
              <a:t>Q: 複数テーブルを関連づけ、SQLで複雑なクエリを実行する必要がある。　→　A: RDS / Aurora。JOINやSQLが必要ならリレーショナルDB。DynamoDBではない。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⚠️ 試験での危険な選択肢 — これを選んだら負け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692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読み取り性能向上にMulti-AZを選ぶ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→ Multi-AZは基本的に障害対策。読み取り性能向上ならリードレプリカ。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5564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7922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高可用性にリードレプリカだけを選ぶ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→ リードレプリカは読み取り性能向上が主目的。高可用性・自動フェイルオーバーならMulti-AZやAurora構成を考える。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7860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7860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151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DBをEC2に入れて自分で管理する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29992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→ 問題文に「管理負荷を減らしたい」とあれば不適。RDSを選ぶ。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0156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0156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4381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NoSQL要件なのにRDSを選ぶ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→ 「キーバリュー」「NoSQL」「ミリ秒レイテンシ」「サーバーレスで大規模」ならDynamoDBを疑う。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2452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2452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2452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261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AuroraをOracleやSQL Server互換として選ぶ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46451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→ AuroraはMySQL/PostgreSQL互換。OracleやSQL Serverが必要なら通常はRDS for Oracle / RDS for SQL Server。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最後に — この形で言えるようにする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37160" cy="4754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9844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RDS は、リレーショナルDBのバックアップ、パッチ適用、フェイルオーバーなどの運用負荷を減らすために存在する。EC2上のDBと似ているが、RDSはAWSがDB運用を管理してくれる一方、EC2上のDBはOSやDBの管理を自分で行う点で異な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137160" cy="47548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288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試験では「SQL」「MySQL」「PostgreSQL」「Oracle」「SQL Server」「自動バックアップ」「パッチ適用」「Multi-AZ」「自動フェイルオーバー」という言葉が出たときに選ぶ。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85953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505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Aurora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137160" cy="4754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346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Aurora は、MySQL/PostgreSQL互換のまま、より高性能・高可用なクラウド向けリレーショナルDBを使うために存在する。通常のRDS MySQL/PostgreSQLと似ているが、Auroraはクラウド向けに設計された独自ストレージとクラスター構成を持ち、読み取りスケールや高可用性に強い点で異なる。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64992"/>
            <a:ext cx="137160" cy="47548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649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試験では「MySQL互換」「PostgreSQL互換」「高性能」「Aurora Replica」「Reader Endpoint」「読み取りスケール」「高可用性」という言葉が出たときに選ぶ。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8412480" cy="896112"/>
          </a:xfrm>
          <a:prstGeom prst="roundRect">
            <a:avLst>
              <a:gd name="adj" fmla="val 10204"/>
            </a:avLst>
          </a:prstGeom>
          <a:solidFill>
            <a:srgbClr val="15803D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05072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F08A"/>
                </a:solidFill>
              </a:rPr>
              <a:t>Multi-AZ ＝ 障害対策　／　リードレプリカ ＝ 読み取り性能向上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EF08A"/>
                </a:solidFill>
              </a:rPr>
              <a:t>Aurora Reader Endpoint ＝ 読み取りをAurora Replicasに分散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RDS / Aurora 学習資料</dc:title>
  <dc:subject>PptxGenJS Presentation</dc:subject>
  <dc:creator>PptxGenJS</dc:creator>
  <cp:lastModifiedBy>PptxGenJS</cp:lastModifiedBy>
  <cp:revision>1</cp:revision>
  <dcterms:created xsi:type="dcterms:W3CDTF">2026-05-05T01:34:09Z</dcterms:created>
  <dcterms:modified xsi:type="dcterms:W3CDTF">2026-05-05T01:34:09Z</dcterms:modified>
</cp:coreProperties>
</file>